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06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6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80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6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897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125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38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66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02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2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41197-B298-471E-AC65-5CD7BDBC8E13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93E0F-65BA-45FB-B5BE-9D1A5CBF10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96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007" y="738230"/>
            <a:ext cx="5176436" cy="288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556" b="-20681"/>
          <a:stretch/>
        </p:blipFill>
        <p:spPr>
          <a:xfrm>
            <a:off x="194234" y="738230"/>
            <a:ext cx="6303510" cy="288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4" y="3711536"/>
            <a:ext cx="5177129" cy="2567966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6708710" y="3905807"/>
            <a:ext cx="5397381" cy="2550977"/>
            <a:chOff x="6708710" y="3905807"/>
            <a:chExt cx="5397381" cy="255097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6007" y="4327941"/>
              <a:ext cx="5176436" cy="1790685"/>
            </a:xfrm>
            <a:prstGeom prst="rect">
              <a:avLst/>
            </a:prstGeom>
          </p:spPr>
        </p:pic>
        <p:sp>
          <p:nvSpPr>
            <p:cNvPr id="3" name="직사각형 2"/>
            <p:cNvSpPr/>
            <p:nvPr/>
          </p:nvSpPr>
          <p:spPr>
            <a:xfrm>
              <a:off x="6708710" y="3905807"/>
              <a:ext cx="5323733" cy="5038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782358" y="6033187"/>
              <a:ext cx="5323733" cy="423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7326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1433004" y="867747"/>
            <a:ext cx="4495404" cy="2995126"/>
            <a:chOff x="1433004" y="867747"/>
            <a:chExt cx="5223632" cy="3480318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1477" y="1164090"/>
              <a:ext cx="4610078" cy="2808000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1548882" y="867747"/>
              <a:ext cx="5057191" cy="296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433004" y="998376"/>
              <a:ext cx="307910" cy="3349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348726" y="998376"/>
              <a:ext cx="307910" cy="3349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541506" y="3989632"/>
              <a:ext cx="5057191" cy="2996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4273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JK Park</dc:creator>
  <cp:lastModifiedBy>JK Park</cp:lastModifiedBy>
  <cp:revision>7</cp:revision>
  <dcterms:created xsi:type="dcterms:W3CDTF">2026-04-20T12:03:05Z</dcterms:created>
  <dcterms:modified xsi:type="dcterms:W3CDTF">2026-04-21T07:25:13Z</dcterms:modified>
</cp:coreProperties>
</file>