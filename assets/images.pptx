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41197-B298-471E-AC65-5CD7BDBC8E13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93E0F-65BA-45FB-B5BE-9D1A5CBF10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4236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41197-B298-471E-AC65-5CD7BDBC8E13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93E0F-65BA-45FB-B5BE-9D1A5CBF10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063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41197-B298-471E-AC65-5CD7BDBC8E13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93E0F-65BA-45FB-B5BE-9D1A5CBF10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1467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41197-B298-471E-AC65-5CD7BDBC8E13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93E0F-65BA-45FB-B5BE-9D1A5CBF10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3808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41197-B298-471E-AC65-5CD7BDBC8E13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93E0F-65BA-45FB-B5BE-9D1A5CBF10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763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41197-B298-471E-AC65-5CD7BDBC8E13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93E0F-65BA-45FB-B5BE-9D1A5CBF10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9897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41197-B298-471E-AC65-5CD7BDBC8E13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93E0F-65BA-45FB-B5BE-9D1A5CBF10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51254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41197-B298-471E-AC65-5CD7BDBC8E13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93E0F-65BA-45FB-B5BE-9D1A5CBF10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385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41197-B298-471E-AC65-5CD7BDBC8E13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93E0F-65BA-45FB-B5BE-9D1A5CBF10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660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41197-B298-471E-AC65-5CD7BDBC8E13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93E0F-65BA-45FB-B5BE-9D1A5CBF10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4025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41197-B298-471E-AC65-5CD7BDBC8E13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C93E0F-65BA-45FB-B5BE-9D1A5CBF10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6827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D41197-B298-471E-AC65-5CD7BDBC8E13}" type="datetimeFigureOut">
              <a:rPr lang="ko-KR" altLang="en-US" smtClean="0"/>
              <a:t>2026-04-20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C93E0F-65BA-45FB-B5BE-9D1A5CBF10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2968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6007" y="738230"/>
            <a:ext cx="5176436" cy="2880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8556" b="-20681"/>
          <a:stretch/>
        </p:blipFill>
        <p:spPr>
          <a:xfrm>
            <a:off x="194234" y="738230"/>
            <a:ext cx="6303510" cy="2880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424" y="3711536"/>
            <a:ext cx="5177129" cy="2567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268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0</Words>
  <Application>Microsoft Office PowerPoint</Application>
  <PresentationFormat>와이드스크린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JK Park</dc:creator>
  <cp:lastModifiedBy>JK Park</cp:lastModifiedBy>
  <cp:revision>3</cp:revision>
  <dcterms:created xsi:type="dcterms:W3CDTF">2026-04-20T12:03:05Z</dcterms:created>
  <dcterms:modified xsi:type="dcterms:W3CDTF">2026-04-20T12:18:35Z</dcterms:modified>
</cp:coreProperties>
</file>